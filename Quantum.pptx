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4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EB73-2921-A89A-EAF6-B0A72D7DF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C1B85-2272-3068-0779-A0D39AC4A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5B36E-B370-A973-F9E0-80D14AC3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19F52-479D-EB23-232F-85C6AE21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9C4BD-F768-D022-4E64-75D43446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18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ACEF-6FA1-977B-B778-4621558E7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73726-61F2-4ACA-629D-00DB03F80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546AC-A34F-FBF3-A531-0BC68D2D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3F6F3-7695-2AA8-F553-0B96CCDB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21D85-666D-112D-FEE2-9B20C8ED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32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6A24-21CE-74C1-78D3-DECF2703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FC332-09DE-42F7-54C8-7620F81D1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FF458-2660-9DF0-5ACC-FD6134B1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C58F-D8DC-841C-A857-33D5D6591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9498F-7645-EE54-81E0-131BE0F4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4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3AE2-AB52-93CE-181F-82FEF88A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E78A7-5DBC-61C1-5A71-78268E982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F976D-57B0-968F-8F00-87E64DF11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0A29D-CAD6-0E0E-EB07-34F2A43F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FD566-1EB6-EE82-9479-91F0D974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7E876-434D-22A7-2D25-FC0A3548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70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EA250-C544-F43A-744A-8C6A9C7D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FFB55-00A2-BFD0-F9FA-7FD91DB92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28573-AA16-3044-7D29-222497E9C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C6B0A-87CB-79FB-B96A-612FAE7E7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F6D4-C840-24A8-46CB-1048A31BF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895348-D359-9469-BC07-71F24335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7D532-0523-F23F-BAEE-9E2DE8089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366B39-C254-AB9E-EE8A-C62F3D5C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56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BA8D5-AE80-F5F3-81D9-3D1D54F34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5083EF-6C50-EA02-91BC-3941DFB9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391C8-CFB4-DAB1-5630-B82D97C8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77D51-04FB-7ED6-FA7B-990B4EC9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25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325B64-CB4F-9BFA-7A7F-8A6D607D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39EB86-19AC-143C-2908-018F88A48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EA045-0F98-784F-AC79-C7F33CB7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0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78BD-EC69-0B06-B921-51802F9C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D50F3-80D1-B5C5-92A8-306B2A7AF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8C5F9-6390-DC3D-41CB-0130BBE95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B1C3D-7AF0-B348-7A5F-C723C17C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383BE-9B78-DF1B-70C7-D6E4ADD6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DEFC1-5D66-173E-1FF2-DB32B2A2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008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3BA2-6922-A2B0-753A-A3ED3DEB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B5DCE1-DA5E-3B9C-9B3B-8E1D9E8E7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2B6A4-2CE2-FDC4-0FB9-23E2B312B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33956-C701-3165-DBDA-B3D2023CA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FC76D-81F5-F6AE-5EA2-ECBDE0553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F7FC1-D193-B81D-CF2D-8ED2A20C5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46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418D-AB73-5AC1-7EED-E50CC2F9D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45CF9-0515-64A4-8393-0D5B89095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B1CFE-5917-CBD8-22CF-82C98753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3B2A-9D2A-F29C-B17B-F1DC9651D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5CD6-C066-EF4C-CDEC-2E70AAB1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95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5E1A4-EC7F-3423-728A-55B9BAF199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6BACD-4CA3-AADD-3E10-CD0AFD67A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A99A1-64D0-8B2A-F1CD-07A0FF4B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EB084-75AA-8CA0-09B0-FEB6E8584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D7BD1-6E6A-0F2F-17CC-D8D3EC4F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56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1F465B-3396-0436-F49A-5214052C0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61D2F-A359-B18D-E0AD-274138415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9C351-EA9F-BECE-1305-44DBBF834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66ECC-84AF-4118-B796-3FF0174520E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3C279-4A5C-DAF8-3B0A-651D51218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00532-D3A7-FF01-1009-7D3A1AB82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336B4-BEDE-4A69-9453-C32A6DCBA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309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515467-D889-5D5E-82A0-8451678B1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44"/>
            <a:ext cx="12192000" cy="682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0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D65B6-7D99-D163-92BE-CB734586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8" r="1613" b="5080"/>
          <a:stretch>
            <a:fillRect/>
          </a:stretch>
        </p:blipFill>
        <p:spPr>
          <a:xfrm>
            <a:off x="29498" y="70720"/>
            <a:ext cx="12129386" cy="662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88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FB37B3-7FFC-06A6-90EA-CA5A03D24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01"/>
            <a:ext cx="12192000" cy="682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0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AA8AF-D8A9-B6C3-7D2D-1CF0B55B0A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0"/>
          <a:stretch>
            <a:fillRect/>
          </a:stretch>
        </p:blipFill>
        <p:spPr>
          <a:xfrm>
            <a:off x="127818" y="0"/>
            <a:ext cx="112937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6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495D62-0A83-FE3A-4FBF-D18993D6F6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4" b="2834"/>
          <a:stretch>
            <a:fillRect/>
          </a:stretch>
        </p:blipFill>
        <p:spPr>
          <a:xfrm>
            <a:off x="34837" y="0"/>
            <a:ext cx="12017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0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FC956B-A554-6FFC-34FB-EDD609B1B4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4"/>
          <a:stretch>
            <a:fillRect/>
          </a:stretch>
        </p:blipFill>
        <p:spPr>
          <a:xfrm>
            <a:off x="0" y="88490"/>
            <a:ext cx="12192000" cy="6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8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E16F0-898E-B1BA-1665-EFB2198B8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20" y="0"/>
            <a:ext cx="11737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14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DEB14E-35C8-5998-D24E-A3B33E34E9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6" r="1853"/>
          <a:stretch>
            <a:fillRect/>
          </a:stretch>
        </p:blipFill>
        <p:spPr>
          <a:xfrm>
            <a:off x="0" y="77290"/>
            <a:ext cx="12192000" cy="667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1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8A3AAF-54FE-D438-EEF8-5C7A73FCF7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9" r="1049"/>
          <a:stretch>
            <a:fillRect/>
          </a:stretch>
        </p:blipFill>
        <p:spPr>
          <a:xfrm>
            <a:off x="0" y="67614"/>
            <a:ext cx="12132885" cy="664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67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2C1714-0125-5F3A-6CE4-F48D74F49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9" r="1149"/>
          <a:stretch>
            <a:fillRect/>
          </a:stretch>
        </p:blipFill>
        <p:spPr>
          <a:xfrm>
            <a:off x="0" y="0"/>
            <a:ext cx="12192000" cy="66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6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535641-DE79-00ED-CE9A-86C0F8B576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9" r="1049"/>
          <a:stretch>
            <a:fillRect/>
          </a:stretch>
        </p:blipFill>
        <p:spPr>
          <a:xfrm>
            <a:off x="0" y="70334"/>
            <a:ext cx="12192000" cy="667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82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0789FE-2D85-AF53-0A3D-CDE32CFE9E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0" b="3942"/>
          <a:stretch>
            <a:fillRect/>
          </a:stretch>
        </p:blipFill>
        <p:spPr>
          <a:xfrm>
            <a:off x="195136" y="0"/>
            <a:ext cx="11456090" cy="685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3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41612F-0407-9820-D7BA-E87119F15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1060"/>
            <a:ext cx="12193487" cy="639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4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Romit Deokar</dc:creator>
  <cp:lastModifiedBy>Romit Deokar</cp:lastModifiedBy>
  <cp:revision>2</cp:revision>
  <dcterms:created xsi:type="dcterms:W3CDTF">2026-03-17T14:24:23Z</dcterms:created>
  <dcterms:modified xsi:type="dcterms:W3CDTF">2026-03-17T14:25:13Z</dcterms:modified>
</cp:coreProperties>
</file>